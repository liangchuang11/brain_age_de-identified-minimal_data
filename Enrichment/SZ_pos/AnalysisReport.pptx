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Mar 9, 2024</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1967 identifiers, 1967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1936998"/>
            <a:ext cx="10911535" cy="4577575"/>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640080" y="2392167"/>
            <a:ext cx="10911535" cy="3667237"/>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640080" y="1745275"/>
            <a:ext cx="10911535" cy="4961020"/>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273812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2560320">
                <a:tc>
                  <a:txBody>
                    <a:bodyPr/>
                    <a:lstStyle/>
                    <a:p>
                      <a:r>
                        <a:t>MyList</a:t>
                      </a:r>
                    </a:p>
                  </a:txBody>
                  <a:tcPr/>
                </a:tc>
                <a:tc>
                  <a:txBody>
                    <a:bodyPr/>
                    <a:lstStyle/>
                    <a:p>
                      <a:r>
                        <a:t>GO:0002181|cytoplasmic translation|-34.5;GO:0006412|translation|-30.7;GO:0043043|peptide biosynthetic process|-30.2</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