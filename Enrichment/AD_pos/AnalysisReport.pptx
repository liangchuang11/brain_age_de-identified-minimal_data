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289 identifiers, 289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76186"/>
            <a:ext cx="10911535" cy="409919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017180" y="1665465"/>
            <a:ext cx="1015733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933579" y="1665465"/>
            <a:ext cx="8324537"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640080" y="1735996"/>
            <a:ext cx="10911535" cy="4979578"/>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1513854" y="1665465"/>
            <a:ext cx="9163986"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MyList</a:t>
                      </a:r>
                    </a:p>
                  </a:txBody>
                  <a:tcPr/>
                </a:tc>
                <a:tc>
                  <a:txBody>
                    <a:bodyPr/>
                    <a:lstStyle/>
                    <a:p>
                      <a:r>
                        <a:t>GO:0007007|inner mitochondrial membrane organization|-7.0;GO:0043043|peptide biosynthetic process|-6.9;GO:0006412|translation|-6.4</a:t>
                      </a:r>
                    </a:p>
                  </a:txBody>
                  <a:tcPr/>
                </a:tc>
              </a:tr>
              <a:tr h="640080">
                <a:tc>
                  <a:txBody>
                    <a:bodyPr/>
                    <a:lstStyle/>
                    <a:p>
                      <a:r>
                        <a:t>MyList_MCODE_ALL</a:t>
                      </a:r>
                    </a:p>
                  </a:txBody>
                  <a:tcPr/>
                </a:tc>
                <a:tc>
                  <a:txBody>
                    <a:bodyPr/>
                    <a:lstStyle/>
                    <a:p>
                      <a:r>
                        <a:t>GO:0006412|translation|-14.5;GO:0043043|peptide biosynthetic process|-14.1;GO:0006518|peptide metabolic process|-13.1</a:t>
                      </a:r>
                    </a:p>
                  </a:txBody>
                  <a:tcPr/>
                </a:tc>
              </a:tr>
              <a:tr h="640080">
                <a:tc>
                  <a:txBody>
                    <a:bodyPr/>
                    <a:lstStyle/>
                    <a:p>
                      <a:r>
                        <a:t>MyList_SUB1_MCODE_1</a:t>
                      </a:r>
                    </a:p>
                  </a:txBody>
                  <a:tcPr/>
                </a:tc>
                <a:tc>
                  <a:txBody>
                    <a:bodyPr/>
                    <a:lstStyle/>
                    <a:p>
                      <a:r>
                        <a:t>GO:0002181|cytoplasmic translation|-17.0;GO:0006412|translation|-15.3;GO:0043043|peptide biosynthetic process|-15.0</a:t>
                      </a:r>
                    </a:p>
                  </a:txBody>
                  <a:tcPr/>
                </a:tc>
              </a:tr>
              <a:tr h="640080">
                <a:tc>
                  <a:txBody>
                    <a:bodyPr/>
                    <a:lstStyle/>
                    <a:p>
                      <a:r>
                        <a:t>MyList_SUB1_MCODE_2</a:t>
                      </a:r>
                    </a:p>
                  </a:txBody>
                  <a:tcPr/>
                </a:tc>
                <a:tc>
                  <a:txBody>
                    <a:bodyPr/>
                    <a:lstStyle/>
                    <a:p>
                      <a:r>
                        <a:t>GO:0007193|adenylate cyclase-inhibiting G protein-coupled receptor signaling pathway|-11.3;GO:0007188|adenylate cyclase-modulating G protein-coupled receptor signaling pathway|-11.3;GO:0007187|G protein-coupled receptor signaling pathway, coupled to cyclic nucleotide second messenger|-9.1</a:t>
                      </a:r>
                    </a:p>
                  </a:txBody>
                  <a:tcPr/>
                </a:tc>
              </a:tr>
              <a:tr h="640080">
                <a:tc>
                  <a:txBody>
                    <a:bodyPr/>
                    <a:lstStyle/>
                    <a:p>
                      <a:r>
                        <a:t>MyList_SUB1_MCODE_3</a:t>
                      </a:r>
                    </a:p>
                  </a:txBody>
                  <a:tcPr/>
                </a:tc>
                <a:tc>
                  <a:txBody>
                    <a:bodyPr/>
                    <a:lstStyle/>
                    <a:p>
                      <a:r>
                        <a:t>GO:0032543|mitochondrial translation|-6.0;GO:0140053|mitochondrial gene expression|-5.7;GO:0043161|proteasome-mediated ubiquitin-dependent protein catabolic process|-4.5</a:t>
                      </a:r>
                    </a:p>
                  </a:txBody>
                  <a:tcPr/>
                </a:tc>
              </a:tr>
              <a:tr h="640080">
                <a:tc>
                  <a:txBody>
                    <a:bodyPr/>
                    <a:lstStyle/>
                    <a:p>
                      <a:r>
                        <a:t>MyList_SUB1_MCODE_4</a:t>
                      </a:r>
                    </a:p>
                  </a:txBody>
                  <a:tcPr/>
                </a:tc>
                <a:tc>
                  <a:txBody>
                    <a:bodyPr/>
                    <a:lstStyle/>
                    <a:p>
                      <a:r>
                        <a:t>GO:0006119|oxidative phosphorylation|-9.6;GO:0009060|aerobic respiration|-9.1;GO:0045333|cellular respiration|-8.8</a:t>
                      </a:r>
                    </a:p>
                  </a:txBody>
                  <a:tcPr/>
                </a:tc>
              </a:tr>
              <a:tr h="640080">
                <a:tc>
                  <a:txBody>
                    <a:bodyPr/>
                    <a:lstStyle/>
                    <a:p>
                      <a:r>
                        <a:t>MyList_SUB1_MCODE_5</a:t>
                      </a:r>
                    </a:p>
                  </a:txBody>
                  <a:tcPr/>
                </a:tc>
                <a:tc>
                  <a:txBody>
                    <a:bodyPr/>
                    <a:lstStyle/>
                    <a:p>
                      <a:r>
                        <a:t>GO:1903047|mitotic cell cycle process|-5.3;GO:0000278|mitotic cell cycle|-5.1</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