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393 identifiers, 393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823404"/>
            <a:ext cx="10911535" cy="4804762"/>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868276"/>
            <a:ext cx="10911535" cy="4715019"/>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499863" y="1665465"/>
            <a:ext cx="9191968"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2465230" y="1665465"/>
            <a:ext cx="7261235"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640080" y="1717229"/>
            <a:ext cx="10911535" cy="5017112"/>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MyList</a:t>
                      </a:r>
                    </a:p>
                  </a:txBody>
                  <a:tcPr/>
                </a:tc>
                <a:tc>
                  <a:txBody>
                    <a:bodyPr/>
                    <a:lstStyle/>
                    <a:p>
                      <a:r>
                        <a:t>GO:0007005|mitochondrion organization|-13.5;GO:0006091|generation of precursor metabolites and energy|-11.4;GO:0009060|aerobic respiration|-9.0</a:t>
                      </a:r>
                    </a:p>
                  </a:txBody>
                  <a:tcPr/>
                </a:tc>
              </a:tr>
              <a:tr h="568960">
                <a:tc>
                  <a:txBody>
                    <a:bodyPr/>
                    <a:lstStyle/>
                    <a:p>
                      <a:r>
                        <a:t>MyList_MCODE_ALL</a:t>
                      </a:r>
                    </a:p>
                  </a:txBody>
                  <a:tcPr/>
                </a:tc>
                <a:tc>
                  <a:txBody>
                    <a:bodyPr/>
                    <a:lstStyle/>
                    <a:p>
                      <a:r>
                        <a:t>GO:0009060|aerobic respiration|-11.6;GO:0006119|oxidative phosphorylation|-11.2;GO:0015980|energy derivation by oxidation of organic compounds|-10.9</a:t>
                      </a:r>
                    </a:p>
                  </a:txBody>
                  <a:tcPr/>
                </a:tc>
              </a:tr>
              <a:tr h="568960">
                <a:tc>
                  <a:txBody>
                    <a:bodyPr/>
                    <a:lstStyle/>
                    <a:p>
                      <a:r>
                        <a:t>MyList_SUB1_MCODE_1</a:t>
                      </a:r>
                    </a:p>
                  </a:txBody>
                  <a:tcPr/>
                </a:tc>
                <a:tc>
                  <a:txBody>
                    <a:bodyPr/>
                    <a:lstStyle/>
                    <a:p>
                      <a:r>
                        <a:t>GO:1902904|negative regulation of supramolecular fiber organization|-3.9;GO:0071805|potassium ion transmembrane transport|-3.8;GO:0006813|potassium ion transport|-3.8</a:t>
                      </a:r>
                    </a:p>
                  </a:txBody>
                  <a:tcPr/>
                </a:tc>
              </a:tr>
              <a:tr h="568960">
                <a:tc>
                  <a:txBody>
                    <a:bodyPr/>
                    <a:lstStyle/>
                    <a:p>
                      <a:r>
                        <a:t>MyList_SUB1_MCODE_2</a:t>
                      </a:r>
                    </a:p>
                  </a:txBody>
                  <a:tcPr/>
                </a:tc>
                <a:tc>
                  <a:txBody>
                    <a:bodyPr/>
                    <a:lstStyle/>
                    <a:p>
                      <a:r>
                        <a:t>GO:0050821|protein stabilization|-5.8;GO:0031647|regulation of protein stability|-5.1;GO:0006886|intracellular protein transport|-4.3</a:t>
                      </a:r>
                    </a:p>
                  </a:txBody>
                  <a:tcPr/>
                </a:tc>
              </a:tr>
              <a:tr h="568960">
                <a:tc>
                  <a:txBody>
                    <a:bodyPr/>
                    <a:lstStyle/>
                    <a:p>
                      <a:r>
                        <a:t>MyList_SUB1_MCODE_3</a:t>
                      </a:r>
                    </a:p>
                  </a:txBody>
                  <a:tcPr/>
                </a:tc>
                <a:tc>
                  <a:txBody>
                    <a:bodyPr/>
                    <a:lstStyle/>
                    <a:p>
                      <a:r>
                        <a:t>GO:0006119|oxidative phosphorylation|-20.0;GO:0009060|aerobic respiration|-18.8;GO:0045333|cellular respiration|-18.1</a:t>
                      </a:r>
                    </a:p>
                  </a:txBody>
                  <a:tcPr/>
                </a:tc>
              </a:tr>
              <a:tr h="568960">
                <a:tc>
                  <a:txBody>
                    <a:bodyPr/>
                    <a:lstStyle/>
                    <a:p>
                      <a:r>
                        <a:t>MyList_SUB1_MCODE_4</a:t>
                      </a:r>
                    </a:p>
                  </a:txBody>
                  <a:tcPr/>
                </a:tc>
                <a:tc>
                  <a:txBody>
                    <a:bodyPr/>
                    <a:lstStyle/>
                    <a:p>
                      <a:r>
                        <a:t>GO:0006511|ubiquitin-dependent protein catabolic process|-9.7;GO:0019941|modification-dependent protein catabolic process|-9.7;GO:0043632|modification-dependent macromolecule catabolic process|-9.6</a:t>
                      </a:r>
                    </a:p>
                  </a:txBody>
                  <a:tcPr/>
                </a:tc>
              </a:tr>
              <a:tr h="568960">
                <a:tc>
                  <a:txBody>
                    <a:bodyPr/>
                    <a:lstStyle/>
                    <a:p>
                      <a:r>
                        <a:t>MyList_SUB1_MCODE_5</a:t>
                      </a:r>
                    </a:p>
                  </a:txBody>
                  <a:tcPr/>
                </a:tc>
                <a:tc>
                  <a:txBody>
                    <a:bodyPr/>
                    <a:lstStyle/>
                    <a:p>
                      <a:r>
                        <a:t>GO:0010035|response to inorganic substance|-3.8</a:t>
                      </a:r>
                    </a:p>
                  </a:txBody>
                  <a:tcPr/>
                </a:tc>
              </a:tr>
              <a:tr h="568960">
                <a:tc>
                  <a:txBody>
                    <a:bodyPr/>
                    <a:lstStyle/>
                    <a:p>
                      <a:r>
                        <a:t>MyList_SUB1_MCODE_6</a:t>
                      </a:r>
                    </a:p>
                  </a:txBody>
                  <a:tcPr/>
                </a:tc>
                <a:tc>
                  <a:txBody>
                    <a:bodyPr/>
                    <a:lstStyle/>
                    <a:p>
                      <a:r>
                        <a:t>GO:0032543|mitochondrial translation|-7.3;GO:0140053|mitochondrial gene expression|-7.0;GO:0006412|translation|-5.7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