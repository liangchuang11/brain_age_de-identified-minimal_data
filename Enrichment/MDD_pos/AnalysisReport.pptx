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10,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775 identifiers, 775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463543"/>
            <a:ext cx="10911535" cy="3524484"/>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2457803"/>
            <a:ext cx="10911535" cy="3535964"/>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640080" y="1818045"/>
            <a:ext cx="10911535" cy="4815481"/>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MyList</a:t>
                      </a:r>
                    </a:p>
                  </a:txBody>
                  <a:tcPr/>
                </a:tc>
                <a:tc>
                  <a:txBody>
                    <a:bodyPr/>
                    <a:lstStyle/>
                    <a:p>
                      <a:r>
                        <a:t>GO:0002181|cytoplasmic translation|-40.6;GO:0043043|peptide biosynthetic process|-31.9;GO:0006412|translation|-31.8</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