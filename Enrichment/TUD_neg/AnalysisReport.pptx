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10,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646 identifiers, 646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906667"/>
            <a:ext cx="10911535" cy="4638236"/>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2222966"/>
            <a:ext cx="10911535" cy="4005638"/>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723373" y="1665465"/>
            <a:ext cx="10744949"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2815000" y="1665465"/>
            <a:ext cx="6561694"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1653762" y="1665465"/>
            <a:ext cx="8884170"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8717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426720">
                <a:tc>
                  <a:txBody>
                    <a:bodyPr/>
                    <a:lstStyle/>
                    <a:p>
                      <a:r>
                        <a:t>MyList</a:t>
                      </a:r>
                    </a:p>
                  </a:txBody>
                  <a:tcPr/>
                </a:tc>
                <a:tc>
                  <a:txBody>
                    <a:bodyPr/>
                    <a:lstStyle/>
                    <a:p>
                      <a:r>
                        <a:t>GO:0099536|synaptic signaling|-13.5;GO:0099537|trans-synaptic signaling|-12.0;GO:0098916|anterograde trans-synaptic signaling|-11.7</a:t>
                      </a:r>
                    </a:p>
                  </a:txBody>
                  <a:tcPr/>
                </a:tc>
              </a:tr>
              <a:tr h="426720">
                <a:tc>
                  <a:txBody>
                    <a:bodyPr/>
                    <a:lstStyle/>
                    <a:p>
                      <a:r>
                        <a:t>MyList_MCODE_ALL</a:t>
                      </a:r>
                    </a:p>
                  </a:txBody>
                  <a:tcPr/>
                </a:tc>
                <a:tc>
                  <a:txBody>
                    <a:bodyPr/>
                    <a:lstStyle/>
                    <a:p>
                      <a:r>
                        <a:t>GO:0098662|inorganic cation transmembrane transport|-11.5;GO:0030001|metal ion transport|-11.4;GO:0098655|monoatomic cation transmembrane transport|-11.3</a:t>
                      </a:r>
                    </a:p>
                  </a:txBody>
                  <a:tcPr/>
                </a:tc>
              </a:tr>
              <a:tr h="426720">
                <a:tc>
                  <a:txBody>
                    <a:bodyPr/>
                    <a:lstStyle/>
                    <a:p>
                      <a:r>
                        <a:t>MyList_SUB1_MCODE_1</a:t>
                      </a:r>
                    </a:p>
                  </a:txBody>
                  <a:tcPr/>
                </a:tc>
                <a:tc>
                  <a:txBody>
                    <a:bodyPr/>
                    <a:lstStyle/>
                    <a:p>
                      <a:r>
                        <a:t>GO:0070588|calcium ion transmembrane transport|-8.6;GO:0006816|calcium ion transport|-8.1;GO:0044057|regulation of system process|-7.5</a:t>
                      </a:r>
                    </a:p>
                  </a:txBody>
                  <a:tcPr/>
                </a:tc>
              </a:tr>
              <a:tr h="426720">
                <a:tc>
                  <a:txBody>
                    <a:bodyPr/>
                    <a:lstStyle/>
                    <a:p>
                      <a:r>
                        <a:t>MyList_SUB1_MCODE_2</a:t>
                      </a:r>
                    </a:p>
                  </a:txBody>
                  <a:tcPr/>
                </a:tc>
                <a:tc>
                  <a:txBody>
                    <a:bodyPr/>
                    <a:lstStyle/>
                    <a:p>
                      <a:r>
                        <a:t>GO:0051640|organelle localization|-9.4;GO:0099643|signal release from synapse|-8.8;GO:0007269|neurotransmitter secretion|-8.8</a:t>
                      </a:r>
                    </a:p>
                  </a:txBody>
                  <a:tcPr/>
                </a:tc>
              </a:tr>
              <a:tr h="426720">
                <a:tc>
                  <a:txBody>
                    <a:bodyPr/>
                    <a:lstStyle/>
                    <a:p>
                      <a:r>
                        <a:t>MyList_SUB1_MCODE_3</a:t>
                      </a:r>
                    </a:p>
                  </a:txBody>
                  <a:tcPr/>
                </a:tc>
                <a:tc>
                  <a:txBody>
                    <a:bodyPr/>
                    <a:lstStyle/>
                    <a:p>
                      <a:r>
                        <a:t>GO:0071805|potassium ion transmembrane transport|-17.2;GO:0006813|potassium ion transport|-17.0;GO:0098662|inorganic cation transmembrane transport|-12.5</a:t>
                      </a:r>
                    </a:p>
                  </a:txBody>
                  <a:tcPr/>
                </a:tc>
              </a:tr>
              <a:tr h="426720">
                <a:tc>
                  <a:txBody>
                    <a:bodyPr/>
                    <a:lstStyle/>
                    <a:p>
                      <a:r>
                        <a:t>MyList_SUB1_MCODE_4</a:t>
                      </a:r>
                    </a:p>
                  </a:txBody>
                  <a:tcPr/>
                </a:tc>
                <a:tc>
                  <a:txBody>
                    <a:bodyPr/>
                    <a:lstStyle/>
                    <a:p>
                      <a:r>
                        <a:t>GO:0007098|centrosome cycle|-5.6;GO:0031023|microtubule organizing center organization|-5.5;GO:0000226|microtubule cytoskeleton organization|-3.3</a:t>
                      </a:r>
                    </a:p>
                  </a:txBody>
                  <a:tcPr/>
                </a:tc>
              </a:tr>
              <a:tr h="426720">
                <a:tc>
                  <a:txBody>
                    <a:bodyPr/>
                    <a:lstStyle/>
                    <a:p>
                      <a:r>
                        <a:t>MyList_SUB1_MCODE_5</a:t>
                      </a:r>
                    </a:p>
                  </a:txBody>
                  <a:tcPr/>
                </a:tc>
                <a:tc>
                  <a:txBody>
                    <a:bodyPr/>
                    <a:lstStyle/>
                    <a:p>
                      <a:r>
                        <a:t>GO:0007204|positive regulation of cytosolic calcium ion concentration|-5.3;GO:0007188|adenylate cyclase-modulating G protein-coupled receptor signaling pathway|-4.8</a:t>
                      </a:r>
                    </a:p>
                  </a:txBody>
                  <a:tcPr/>
                </a:tc>
              </a:tr>
              <a:tr h="426720">
                <a:tc>
                  <a:txBody>
                    <a:bodyPr/>
                    <a:lstStyle/>
                    <a:p>
                      <a:r>
                        <a:t>MyList_SUB1_MCODE_6</a:t>
                      </a:r>
                    </a:p>
                  </a:txBody>
                  <a:tcPr/>
                </a:tc>
                <a:tc>
                  <a:txBody>
                    <a:bodyPr/>
                    <a:lstStyle/>
                    <a:p>
                      <a:r>
                        <a:t>GO:0071459|protein localization to chromosome, centromeric region|-13.3;GO:0071168|protein localization to chromatin|-12.7;GO:0006338|chromatin remodeling|-11.7</a:t>
                      </a:r>
                    </a:p>
                  </a:txBody>
                  <a:tcPr/>
                </a:tc>
              </a:tr>
              <a:tr h="426720">
                <a:tc>
                  <a:txBody>
                    <a:bodyPr/>
                    <a:lstStyle/>
                    <a:p>
                      <a:r>
                        <a:t>MyList_SUB1_MCODE_7</a:t>
                      </a:r>
                    </a:p>
                  </a:txBody>
                  <a:tcPr/>
                </a:tc>
                <a:tc>
                  <a:txBody>
                    <a:bodyPr/>
                    <a:lstStyle/>
                    <a:p>
                      <a:r>
                        <a:t>GO:0016310|phosphorylation|-5.0;GO:0000165|MAPK cascade|-5.0;GO:0006468|protein phosphorylation|-3.9</a:t>
                      </a:r>
                    </a:p>
                  </a:txBody>
                  <a:tcPr/>
                </a:tc>
              </a:tr>
              <a:tr h="426720">
                <a:tc>
                  <a:txBody>
                    <a:bodyPr/>
                    <a:lstStyle/>
                    <a:p>
                      <a:r>
                        <a:t>MyList_SUB1_MCODE_8</a:t>
                      </a:r>
                    </a:p>
                  </a:txBody>
                  <a:tcPr/>
                </a:tc>
                <a:tc>
                  <a:txBody>
                    <a:bodyPr/>
                    <a:lstStyle/>
                    <a:p>
                      <a:r>
                        <a:t>GO:0030198|extracellular matrix organization|-5.5;GO:0043062|extracellular structure organization|-5.5;GO:0045229|external encapsulating structure organization|-5.5</a:t>
                      </a:r>
                    </a:p>
                  </a:txBody>
                  <a:tcPr/>
                </a:tc>
              </a:tr>
              <a:tr h="426720">
                <a:tc>
                  <a:txBody>
                    <a:bodyPr/>
                    <a:lstStyle/>
                    <a:p>
                      <a:r>
                        <a:t>MyList_SUB1_MCODE_9</a:t>
                      </a:r>
                    </a:p>
                  </a:txBody>
                  <a:tcPr/>
                </a:tc>
                <a:tc>
                  <a:txBody>
                    <a:bodyPr/>
                    <a:lstStyle/>
                    <a:p>
                      <a:r>
                        <a:t>GO:0046854|phosphatidylinositol phosphate biosynthetic process|-10.7;GO:0006661|phosphatidylinositol biosynthetic process|-9.6;GO:0046488|phosphatidylinositol metabolic process|-9.2</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