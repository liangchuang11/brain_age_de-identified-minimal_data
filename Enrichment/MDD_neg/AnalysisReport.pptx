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651 identifiers, 651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82141"/>
            <a:ext cx="10911535" cy="448728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938488"/>
            <a:ext cx="10911535" cy="4574595"/>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429909" y="1665465"/>
            <a:ext cx="9331876"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1583808" y="1665465"/>
            <a:ext cx="9024078"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1527845" y="1665465"/>
            <a:ext cx="9136005"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832928"/>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65512">
                <a:tc>
                  <a:txBody>
                    <a:bodyPr/>
                    <a:lstStyle/>
                    <a:p>
                      <a:r>
                        <a:t>MyList</a:t>
                      </a:r>
                    </a:p>
                  </a:txBody>
                  <a:tcPr/>
                </a:tc>
                <a:tc>
                  <a:txBody>
                    <a:bodyPr/>
                    <a:lstStyle/>
                    <a:p>
                      <a:r>
                        <a:t>GO:0032446|protein modification by small protein conjugation|-7.6;GO:0080135|regulation of cellular response to stress|-6.8;GO:0016567|protein ubiquitination|-6.7</a:t>
                      </a:r>
                    </a:p>
                  </a:txBody>
                  <a:tcPr/>
                </a:tc>
              </a:tr>
              <a:tr h="465512">
                <a:tc>
                  <a:txBody>
                    <a:bodyPr/>
                    <a:lstStyle/>
                    <a:p>
                      <a:r>
                        <a:t>MyList_MCODE_ALL</a:t>
                      </a:r>
                    </a:p>
                  </a:txBody>
                  <a:tcPr/>
                </a:tc>
                <a:tc>
                  <a:txBody>
                    <a:bodyPr/>
                    <a:lstStyle/>
                    <a:p>
                      <a:r>
                        <a:t>GO:0035269|protein O-linked mannosylation|-6.6;GO:0035268|protein mannosylation|-6.1;GO:0097502|mannosylation|-6.1</a:t>
                      </a:r>
                    </a:p>
                  </a:txBody>
                  <a:tcPr/>
                </a:tc>
              </a:tr>
              <a:tr h="465512">
                <a:tc>
                  <a:txBody>
                    <a:bodyPr/>
                    <a:lstStyle/>
                    <a:p>
                      <a:r>
                        <a:t>MyList_SUB1_MCODE_1</a:t>
                      </a:r>
                    </a:p>
                  </a:txBody>
                  <a:tcPr/>
                </a:tc>
                <a:tc>
                  <a:txBody>
                    <a:bodyPr/>
                    <a:lstStyle/>
                    <a:p>
                      <a:r>
                        <a:t>GO:0006626|protein targeting to mitochondrion|-8.2;GO:0072655|establishment of protein localization to mitochondrion|-7.9;GO:0070585|protein localization to mitochondrion|-7.6</a:t>
                      </a:r>
                    </a:p>
                  </a:txBody>
                  <a:tcPr/>
                </a:tc>
              </a:tr>
              <a:tr h="465512">
                <a:tc>
                  <a:txBody>
                    <a:bodyPr/>
                    <a:lstStyle/>
                    <a:p>
                      <a:r>
                        <a:t>MyList_SUB1_MCODE_2</a:t>
                      </a:r>
                    </a:p>
                  </a:txBody>
                  <a:tcPr/>
                </a:tc>
                <a:tc>
                  <a:txBody>
                    <a:bodyPr/>
                    <a:lstStyle/>
                    <a:p>
                      <a:r>
                        <a:t>GO:0035269|protein O-linked mannosylation|-10.0;GO:0035268|protein mannosylation|-9.4;GO:0097502|mannosylation|-9.4</a:t>
                      </a:r>
                    </a:p>
                  </a:txBody>
                  <a:tcPr/>
                </a:tc>
              </a:tr>
              <a:tr h="465512">
                <a:tc>
                  <a:txBody>
                    <a:bodyPr/>
                    <a:lstStyle/>
                    <a:p>
                      <a:r>
                        <a:t>MyList_SUB1_MCODE_3</a:t>
                      </a:r>
                    </a:p>
                  </a:txBody>
                  <a:tcPr/>
                </a:tc>
                <a:tc>
                  <a:txBody>
                    <a:bodyPr/>
                    <a:lstStyle/>
                    <a:p>
                      <a:r>
                        <a:t>GO:0062013|positive regulation of small molecule metabolic process|-4.8;GO:0016310|phosphorylation|-4.0;GO:0031668|cellular response to extracellular stimulus|-4.0</a:t>
                      </a:r>
                    </a:p>
                  </a:txBody>
                  <a:tcPr/>
                </a:tc>
              </a:tr>
              <a:tr h="465512">
                <a:tc>
                  <a:txBody>
                    <a:bodyPr/>
                    <a:lstStyle/>
                    <a:p>
                      <a:r>
                        <a:t>MyList_SUB1_MCODE_4</a:t>
                      </a:r>
                    </a:p>
                  </a:txBody>
                  <a:tcPr/>
                </a:tc>
                <a:tc>
                  <a:txBody>
                    <a:bodyPr/>
                    <a:lstStyle/>
                    <a:p>
                      <a:r>
                        <a:t>GO:0006325|chromatin organization|-4.3;GO:0006351|DNA-templated transcription|-3.4;GO:0032774|RNA biosynthetic process|-3.3</a:t>
                      </a:r>
                    </a:p>
                  </a:txBody>
                  <a:tcPr/>
                </a:tc>
              </a:tr>
              <a:tr h="465512">
                <a:tc>
                  <a:txBody>
                    <a:bodyPr/>
                    <a:lstStyle/>
                    <a:p>
                      <a:r>
                        <a:t>MyList_SUB1_MCODE_5</a:t>
                      </a:r>
                    </a:p>
                  </a:txBody>
                  <a:tcPr/>
                </a:tc>
                <a:tc>
                  <a:txBody>
                    <a:bodyPr/>
                    <a:lstStyle/>
                    <a:p>
                      <a:r>
                        <a:t>GO:0006672|ceramide metabolic process|-8.1;GO:0030148|sphingolipid biosynthetic process|-8.0;GO:0046467|membrane lipid biosynthetic process|-7.5</a:t>
                      </a:r>
                    </a:p>
                  </a:txBody>
                  <a:tcPr/>
                </a:tc>
              </a:tr>
              <a:tr h="465512">
                <a:tc>
                  <a:txBody>
                    <a:bodyPr/>
                    <a:lstStyle/>
                    <a:p>
                      <a:r>
                        <a:t>MyList_SUB1_MCODE_6</a:t>
                      </a:r>
                    </a:p>
                  </a:txBody>
                  <a:tcPr/>
                </a:tc>
                <a:tc>
                  <a:txBody>
                    <a:bodyPr/>
                    <a:lstStyle/>
                    <a:p>
                      <a:r>
                        <a:t>GO:0006897|endocytosis|-6.4;GO:0098657|import into cell|-5.8;GO:0006898|receptor-mediated endocytosis|-5.8</a:t>
                      </a:r>
                    </a:p>
                  </a:txBody>
                  <a:tcPr/>
                </a:tc>
              </a:tr>
              <a:tr h="465512">
                <a:tc>
                  <a:txBody>
                    <a:bodyPr/>
                    <a:lstStyle/>
                    <a:p>
                      <a:r>
                        <a:t>MyList_SUB1_MCODE_7</a:t>
                      </a:r>
                    </a:p>
                  </a:txBody>
                  <a:tcPr/>
                </a:tc>
                <a:tc>
                  <a:txBody>
                    <a:bodyPr/>
                    <a:lstStyle/>
                    <a:p>
                      <a:r>
                        <a:t>GO:0016339|calcium-dependent cell-cell adhesion via plasma membrane cell adhesion molecules|-11.4;GO:0007156|homophilic cell adhesion via plasma membrane adhesion molecules|-9.1;GO:0044331|cell-cell adhesion mediated by cadherin|-8.5</a:t>
                      </a:r>
                    </a:p>
                  </a:txBody>
                  <a:tcPr/>
                </a:tc>
              </a:tr>
              <a:tr h="465520">
                <a:tc>
                  <a:txBody>
                    <a:bodyPr/>
                    <a:lstStyle/>
                    <a:p>
                      <a:r>
                        <a:t>MyList_SUB1_MCODE_8</a:t>
                      </a:r>
                    </a:p>
                  </a:txBody>
                  <a:tcPr/>
                </a:tc>
                <a:tc>
                  <a:txBody>
                    <a:bodyPr/>
                    <a:lstStyle/>
                    <a:p>
                      <a:r>
                        <a:t>GO:0016567|protein ubiquitination|-5.0;GO:0032446|protein modification by small protein conjugation|-4.9</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