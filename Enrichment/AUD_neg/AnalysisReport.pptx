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10,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1094 identifiers, 1094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973256"/>
            <a:ext cx="10911535" cy="450505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961217" y="1665465"/>
            <a:ext cx="10269261"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70620" y="1665465"/>
            <a:ext cx="8450455"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GO:0098660|inorganic ion transmembrane transport|-14.3;GO:0098655|monoatomic cation transmembrane transport|-13.9;GO:0098662|inorganic cation transmembrane transport|-13.8</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