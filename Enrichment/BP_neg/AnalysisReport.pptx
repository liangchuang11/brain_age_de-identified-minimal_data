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887 identifiers, 887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851130"/>
            <a:ext cx="10911535" cy="274931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392167"/>
            <a:ext cx="10911535" cy="3667237"/>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859896"/>
            <a:ext cx="10911535" cy="4731779"/>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GO:0006897|endocytosis|-11.5;GO:0098657|import into cell|-9.8;GO:0051223|regulation of protein transport|-8.6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