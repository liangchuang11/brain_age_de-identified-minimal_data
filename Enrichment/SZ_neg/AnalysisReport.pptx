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9,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1211 identifiers, 1211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1880368"/>
            <a:ext cx="10911535" cy="4690835"/>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842295" y="1665465"/>
            <a:ext cx="10507105"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283349" y="1665465"/>
            <a:ext cx="7624996"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GO:0016071|mRNA metabolic process|-8.8;GO:0006325|chromatin organization|-8.2;GO:0034660|ncRNA metabolic process|-8.1</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