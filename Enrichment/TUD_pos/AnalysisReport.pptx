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1143 identifiers, 1143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808086"/>
            <a:ext cx="10911535" cy="483539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786331" y="1665465"/>
            <a:ext cx="10619032"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185413" y="1665465"/>
            <a:ext cx="7820868"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2423257" y="1665465"/>
            <a:ext cx="7345180"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MyList</a:t>
                      </a:r>
                    </a:p>
                  </a:txBody>
                  <a:tcPr/>
                </a:tc>
                <a:tc>
                  <a:txBody>
                    <a:bodyPr/>
                    <a:lstStyle/>
                    <a:p>
                      <a:r>
                        <a:t>GO:0044283|small molecule biosynthetic process|-15.2;GO:0016126|sterol biosynthetic process|-14.1;GO:0006066|alcohol metabolic process|-13.3</a:t>
                      </a:r>
                    </a:p>
                  </a:txBody>
                  <a:tcPr/>
                </a:tc>
              </a:tr>
              <a:tr h="1280160">
                <a:tc>
                  <a:txBody>
                    <a:bodyPr/>
                    <a:lstStyle/>
                    <a:p>
                      <a:r>
                        <a:t>MyList_MCODE_ALL</a:t>
                      </a:r>
                    </a:p>
                  </a:txBody>
                  <a:tcPr/>
                </a:tc>
                <a:tc>
                  <a:txBody>
                    <a:bodyPr/>
                    <a:lstStyle/>
                    <a:p>
                      <a:r>
                        <a:t>GO:0071805|potassium ion transmembrane transport|-6.8;GO:0006813|potassium ion transport|-6.7;GO:0098662|inorganic cation transmembrane transport|-5.1</a:t>
                      </a:r>
                    </a:p>
                  </a:txBody>
                  <a:tcPr/>
                </a:tc>
              </a:tr>
              <a:tr h="1280160">
                <a:tc>
                  <a:txBody>
                    <a:bodyPr/>
                    <a:lstStyle/>
                    <a:p>
                      <a:r>
                        <a:t>MyList_SUB2_MCODE_1</a:t>
                      </a:r>
                    </a:p>
                  </a:txBody>
                  <a:tcPr/>
                </a:tc>
                <a:tc>
                  <a:txBody>
                    <a:bodyPr/>
                    <a:lstStyle/>
                    <a:p>
                      <a:r>
                        <a:t>GO:0071805|potassium ion transmembrane transport|-6.8;GO:0006813|potassium ion transport|-6.7;GO:0098662|inorganic cation transmembrane transport|-5.1</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