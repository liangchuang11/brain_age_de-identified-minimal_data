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1294 identifiers, 1294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43529"/>
            <a:ext cx="10911535" cy="476451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01372"/>
            <a:ext cx="10911535" cy="5048826"/>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003533" y="1665465"/>
            <a:ext cx="818462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GO:0042063|gliogenesis|-20.8;GO:0001775|cell activation|-18.8;GO:0044282|small molecule catabolic process|-18.6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